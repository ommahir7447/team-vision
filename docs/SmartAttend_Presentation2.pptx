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  
  
  
  
  
  
  
  
  
  
  
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8657-7633-A168-3B94-46712F1AD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5BFEC-A1BA-17A4-A328-ADFB0195D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2EBC5-0001-0F2C-81AB-9EB049D8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A3754-13EF-1A3E-C2D0-6113B5AD1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23677-D84D-46BB-09A0-18230A70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17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7792-3CC1-D32D-1DA4-D22754B4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E9C5-3D0D-69A1-9FE2-2803C08E6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B48B0-87D3-4540-8B1D-1163EC51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B942A-0A55-C948-4C12-A9B9E67B3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66363-BD2C-5242-8E08-7A721659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50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5F9E-D005-80F2-F778-BFF061FF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9ED7A-2BD5-0E02-735C-1F7D53264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F573E-0FB4-A4B3-0C16-B451CC34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13A7B-DE0B-A39A-17D4-30BDEC7B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0BF57-866D-0CBE-EE52-99B246BF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241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9F23-A4A8-13D2-1ACF-74CD2C3F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9AF76-57F7-9D78-A173-FCD548B77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DA11E-FEEB-80B0-EC9A-752FA29A0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8C8BB-B4E2-AFC5-FFC5-E5DEB579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5D49B-6FCE-7C81-5EDE-9104F629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79EA3-D257-D2F6-6FC8-EB2FF40F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07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7A5B-6EBB-BDD9-C8EE-6E9BEEA0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FF370-776E-2EA6-C212-92B762523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693F3-281B-BED3-7BE5-45CBB9BFB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38555-F6E8-D988-8FAA-A44FC30AD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59C19-0F58-6495-BA9A-4A7EFA11E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3A5A4-184A-E1E3-F647-29D998BE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F7DAF-E890-9396-12DA-A57903D6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3B434-7A73-BB1D-391B-C299B8C3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66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BB7D-DA50-BA35-B509-2A75BDBEE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5A413D-3477-BA22-E4C1-4F33E034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AB369-70D7-7451-AEDE-75321AB5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52AF1-B6E3-BF96-F025-70C55D25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9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B48B7-AD9B-AAF7-2554-0B1A9087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5D747-8C7C-DD55-3528-1F740847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007E0-9CED-F59C-A58B-F6C8E797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60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2DA1-925F-D627-C5ED-2E6235AD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2446"/>
            <a:ext cx="3932237" cy="9949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29AE-97C6-E2DC-7A35-EA93ABF73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E4268-91A2-4F77-4268-35D657660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802A3-9DF6-9A01-7291-4ADF0E01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61409-D3EF-A4FA-7F3C-9E50F498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4D3E4-71D7-EFB8-7EA3-D4DFE9C2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57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7347-2A9B-76B5-C0EE-A7459EBF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62AF68-73AA-995C-A8AB-1A936440D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BF590-B259-9DD9-160F-FFEB17A1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A843E-E97A-BC6A-E7BD-98FDC769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014DE-C354-CA42-8517-17475174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B95AD-6614-F492-367D-7B531B99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6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8D7A-8977-80F7-3D52-C5AC896E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8A63C-1A8A-D9EE-06D2-0BF32FECF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68231-9A41-C582-EB49-DD1579A7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542ED-A864-844E-530D-CF8EC824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33E77-ED4C-F655-754E-4E986DF3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05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4F726-4C17-3846-C28A-CED894071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4D29D-19FC-0B4E-78EF-DAEDD70F9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7458D-8F21-3337-DF6D-B5B89F44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28FB8-A74C-57E5-1438-B73E956C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69A2B-8FB1-E4B4-1E98-EC12E1E1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33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32D2-23E7-14E6-A4DF-B89CCF03D9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838" cy="100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3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06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096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618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8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831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7407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208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273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6246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56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4B2498-85BA-0B1E-FEDB-3B81ACCB3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0214"/>
            <a:ext cx="10515600" cy="680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8DFF8-CDDB-CA8F-7365-F4B4DBA97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90E07-8156-1AD4-29A9-A9342D154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4E4B8-7445-48FA-8CE8-066AF225B154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9C2E7-B30F-A149-8C7F-144BCC82F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EEDE6-3D51-4774-AA90-BA6052D55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F3E3C-CD2D-4101-9F64-FAF640C0C19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32D2-23E7-14E6-A4DF-B89CCF03D9E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903838" cy="10020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16B14D-C58B-E66D-62DC-7D051A7A60D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874" y="0"/>
            <a:ext cx="1711126" cy="83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5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8C3E7-295C-4861-9C01-663B6D97A760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ED14E-EF0E-44F1-AB86-80DFF1893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14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Arch" Type="http://schemas.openxmlformats.org/officeDocument/2006/relationships/image" Target="../media/image3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ER" Type="http://schemas.openxmlformats.org/officeDocument/2006/relationships/image" Target="../media/image4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EB2849-AFAC-DD1F-CFE0-CA21ABF4817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874" y="0"/>
            <a:ext cx="1711126" cy="830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0C23C4-CEFA-E279-F858-9B2457E598B8}"/>
              </a:ext>
            </a:extLst>
          </p:cNvPr>
          <p:cNvSpPr txBox="1"/>
          <p:nvPr/>
        </p:nvSpPr>
        <p:spPr>
          <a:xfrm>
            <a:off x="685800" y="1900000"/>
            <a:ext cx="108204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SmartAttend: AI-Enabled Face Recognition Attendance and Academic Monitoring System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2 — Progress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0C23C4-CEFA-E279-F858-9B2457E598B8}"/>
              </a:ext>
            </a:extLst>
          </p:cNvPr>
          <p:cNvSpPr txBox="1"/>
          <p:nvPr/>
        </p:nvSpPr>
        <p:spPr>
          <a:xfrm>
            <a:off x="7758544" y="4621982"/>
            <a:ext cx="3452029" cy="1477328"/>
          </a:xfrm>
          <a:prstGeom prst="rect">
            <a:avLst/>
          </a:prstGeom>
          <a:noFill/>
        </p:spPr>
        <p:txBody>
          <a:p>
            <a:pPr marL="457200" indent="-457200" algn="ctr"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202307020119 - Tisha Amit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Tx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202307020135 - Nidhi Tak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Tx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202307020124 - Priyanshi Vasa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Tx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202307020009 - Ahir Om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3564" y="4433455"/>
            <a:ext cx="281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B.Tech CSE (Semester 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87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Questions &amp; Answer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/ Current Solutions &amp; Limitations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Objectives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ER Diagram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 &amp; Team Responsibilities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/ Work Plan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Since Presentation 1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&amp; Targets for Next Review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Actual Progress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classroom attendance systems rely on manual roll calls or basic biometric checks, both slow and vulnerable to proxy attendance, and provide no insight beyond a raw daily count.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AI-based face recognition attendance systems typically function as passive logging tools — they record who was present but offer no forward-looking insight, no way to contest a misrecognition, and often reflect updates to students only after a significant delay.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have no early signal when a student's attendance pattern puts them at risk of falling below mandatory thresholds (commonly 75%).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have no way to plan around upcoming absences or correct recognition errors until it's too late.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/ Current Solutions &amp; Limitations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roll call: simple but slow, disrupts class time, and is highly vulnerable to proxy attendance.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 / biometric fingerprint systems: reduce proxy attendance but require students to queue at a single checkpoint, causing delays for large classrooms.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own college's existing face recognition attendance system: uses spoof-resistant recognition, but functions purely as a logging tool — attendance reflects on the student portal only after a delay of up to 24 hours, with no confidence transparency, no appeal mechanism, and no predictive insight for students or faculty.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Gap: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all existing approaches, none combine real-time sync, transparent confidence reporting, a student-driven appeal process, and predictive planning in a single system — this is the gap SmartAttend addresses.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Pipeline: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camera at the classroom entrance captures faces in real time; a CNN-based model (FaceNet/ArcFace) identifies each student and returns a confidence score — high-confidence matches are marked present automatically, low-confidence matches are flagged for manual verification. A liveness layer blocks photo/video spoofing.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Appeal Workflow: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marked absent, students are notified the same day and can submit a justification/appeal from their portal, reviewed by faculty.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Layer: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“What If?” Attendance Planner lets students check, e.g., whether missing tomorrow's lecture keeps them above 75%, while faculty get predictive defaulter alerts before shortages occur.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attendance marking through real-time facial recognition with liveness detection to prevent spoofing.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a confidence score for every recognition, routing low-confidence matches to manual verification.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 attendance to student and faculty portals in real time, rather than after a delay.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students immediately when marked absent, and allow them to submit an appeal.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faculty with a live dashboard showing attendance trends and predictive defaulter alerts.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students a self-service portal with a forward-looking “What If?” planning tool.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system's accuracy and reliability through real classroom deployment.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automation for classroom sessions within the university during the current academic term, using a fixed camera at the entry point.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Recognition, liveness detection, confidence-based verification, real-time sync, appeal workflow, faculty dashboard, and student planner — all as described in the SRS.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testing in a limited number of real classrooms to validate accuracy and usability.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Multi-campus deployment, integration with the university's official ERP/attendance system, and mobile app versions of the portals are out of scope for this project cycle.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pic>
        <p:nvPicPr>
          <p:cNvPr id="200" name="ArchitectureDiagram"/>
          <p:cNvPicPr>
            <a:picLocks noChangeAspect="1"/>
          </p:cNvPicPr>
          <p:nvPr/>
        </p:nvPicPr>
        <p:blipFill>
          <a:blip r:embed="rIdArch"/>
          <a:stretch>
            <a:fillRect/>
          </a:stretch>
        </p:blipFill>
        <p:spPr>
          <a:xfrm>
            <a:off x="1385570" y="1650000"/>
            <a:ext cx="942086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/ ER Diagram</a:t>
            </a:r>
          </a:p>
        </p:txBody>
      </p:sp>
      <p:pic>
        <p:nvPicPr>
          <p:cNvPr id="201" name="ERDiagram"/>
          <p:cNvPicPr>
            <a:picLocks noChangeAspect="1"/>
          </p:cNvPicPr>
          <p:nvPr/>
        </p:nvPicPr>
        <p:blipFill>
          <a:blip r:embed="rIdER"/>
          <a:stretch>
            <a:fillRect/>
          </a:stretch>
        </p:blipFill>
        <p:spPr>
          <a:xfrm>
            <a:off x="1235570" y="1650000"/>
            <a:ext cx="9720860" cy="4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IoT: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module (or webcam) at classroom entry point; edge-based face detection before transmitting recognized IDs/embeddings to the cloud.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/ ML: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OpenCV; CNN-based recognition (FaceNet/ArcFace/dlib); liveness/anti-spoofing detection; confidence scoring &amp; threshold-based routing; lightweight prediction model for planner and defaulter forecasting.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/ Cloud: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Flask (REST APIs + Jinja2 templating); cloud database (Firebase Firestore or AWS DynamoDB/RDS); cloud storage for face dataset; notification service (FCM or Twilio/SMTP).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vanilla JavaScript, Bootstrap, Chart.js, AJAX/fetch polling for near real-time dashboard updates.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Git/GitHub, Postman.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Breakdown &amp; Team Responsibilities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685800" y="1800000"/>
          <a:ext cx="10820400" cy="32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5620400"/>
                <a:gridCol w="1600000"/>
              </a:tblGrid>
              <a:tr h="65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45720" marR="45720" marT="22860" marB="22860" anchor="ctr">
                    <a:solidFill>
                      <a:srgbClr val="2C5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</a:p>
                  </a:txBody>
                  <a:tcPr marL="45720" marR="45720" marT="22860" marB="22860" anchor="ctr">
                    <a:solidFill>
                      <a:srgbClr val="2C5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Owner</a:t>
                      </a:r>
                    </a:p>
                  </a:txBody>
                  <a:tcPr marL="45720" marR="45720" marT="22860" marB="22860" anchor="ctr">
                    <a:solidFill>
                      <a:srgbClr val="2C5FA8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 &amp; Liveness (CV/ML)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collection, recognition model, confidence scoring, spoof detection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</a:p>
                  </a:txBody>
                  <a:tcPr marL="45720" marR="45720" marT="22860" marB="22860" anchor="ctr"/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&amp; Cloud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 routes, database schema, attendance logging, notifications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</a:p>
                  </a:txBody>
                  <a:tcPr marL="45720" marR="45720" marT="22860" marB="22860" anchor="ctr"/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(Dashboard &amp; Portal)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dashboard, student portal, planner UI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</a:p>
                  </a:txBody>
                  <a:tcPr marL="45720" marR="45720" marT="22860" marB="22860" anchor="ctr"/>
                </a:tc>
              </a:tr>
              <a:tr h="65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Documentation, Testing &amp; Integration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SRS, architecture/ER diagrams, testing, tying modules together, appeal logic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TBD</a:t>
                      </a:r>
                    </a:p>
                  </a:txBody>
                  <a:tcPr marL="45720" marR="45720" marT="22860" marB="22860" anchor="ctr"/>
                </a:tc>
              </a:tr>
            </a:tbl>
          </a:graphicData>
        </a:graphic>
      </p:graphicFrame>
      <p:sp>
        <p:nvSpPr>
          <p:cNvPr id="101" name="BodyBox"/>
          <p:cNvSpPr txBox="1"/>
          <p:nvPr/>
        </p:nvSpPr>
        <p:spPr>
          <a:xfrm>
            <a:off x="685800" y="5400000"/>
            <a:ext cx="108204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module scope is proposed based on system components; final ownership to be confirmed by the team before development begins.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/ Work Plan</a:t>
            </a:r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685800" y="1750000"/>
          <a:ext cx="108204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6520400"/>
                <a:gridCol w="2500000"/>
              </a:tblGrid>
              <a:tr h="5200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Days</a:t>
                      </a:r>
                    </a:p>
                  </a:txBody>
                  <a:tcPr marL="45720" marR="45720" marT="22860" marB="22860" anchor="ctr">
                    <a:solidFill>
                      <a:srgbClr val="2C5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marL="45720" marR="45720" marT="22860" marB="22860" anchor="ctr">
                    <a:solidFill>
                      <a:srgbClr val="2C5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Deliverable</a:t>
                      </a:r>
                    </a:p>
                  </a:txBody>
                  <a:tcPr marL="45720" marR="45720" marT="22860" marB="22860" anchor="ctr">
                    <a:solidFill>
                      <a:srgbClr val="2C5FA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1–2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 SRS, architecture &amp; ER diagrams, lock module ownership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 ready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3–5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collection + basic face detection/recognition on sample data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Working recognition on sample data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3–5 (parallel)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 skeleton: routes, DB schema, login + dashboard/portal templates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 UI, even if not fully wired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6–8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 recognition → Flask → DB: capture, detect, log attendance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real end-to-end working slice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8–9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testing: run recognition on sample dataset, note accuracy/errors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Testing/validation results</a:t>
                      </a:r>
                    </a:p>
                  </a:txBody>
                  <a:tcPr marL="45720" marR="45720" marT="22860" marB="22860" anchor="ctr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9–10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presentation, rehearse individual contributions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Presentation-ready</a:t>
                      </a:r>
                    </a:p>
                  </a:txBody>
                  <a:tcPr marL="45720" marR="45720" marT="22860" marB="2286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Since Presentation 1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 (SRS) drafted, including functional/non-functional requirements and 3 detailed use cases (attendance marking, appeal submission, attendance planning query).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designed and documented as a layered block diagram (edge → recognition → backend/cloud → presentation).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 designed as an ER diagram covering Student, Faculty, Course, Enrollment, AttendanceRecord, and Appeal entities.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finalized across hardware, CV/ML, backend, and frontend layers.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sources identified for face image collection; collection itself is planned for the coming days.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intentionally an early-stage planning package — our project title was finalized approximately one week ago, and this presentation reflects the design and specification work completed since.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&amp; Targets for Next Review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 working face dataset from team members and volunteers (~10–15 images/person).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test an initial face detection/recognition script on the collected sample data.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the Flask backend skeleton: routes, database schema, and basic login/dashboard templates.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recognition with the backend to log a real attendance event end-to-end (capture → recognize → log → display).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initial testing on the recognition pipeline and document accuracy/error observations.</a:t>
            </a: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module ownership across the team and begin parallel development.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ox"/>
          <p:cNvSpPr txBox="1"/>
          <p:nvPr/>
        </p:nvSpPr>
        <p:spPr>
          <a:xfrm>
            <a:off x="685800" y="1050000"/>
            <a:ext cx="108204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of Actual Progress</a:t>
            </a:r>
          </a:p>
        </p:txBody>
      </p:sp>
      <p:sp>
        <p:nvSpPr>
          <p:cNvPr id="101" name="BodyBox"/>
          <p:cNvSpPr txBox="1"/>
          <p:nvPr/>
        </p:nvSpPr>
        <p:spPr>
          <a:xfrm>
            <a:off x="685800" y="1750000"/>
            <a:ext cx="10820400" cy="485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/ SRS: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 — full document with functional requirements, use cases, and data requirements (available for panel review).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block diagram showing the full data flow from camera capture through recognition to the faculty/student portals (shown in this presentation).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/ ER Diagram: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Entity-relationship model covering all core data entities and their relationships (shown in this presentation).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Identification: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image data sources identified for the recognition model; collection scheduled to begin immediately following this review.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Workflow Design: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workflow (capture → detect → liveness check → match → confidence routing) fully specified and ready for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96387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44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Ritu Sharma</dc:creator>
  <cp:lastModifiedBy>HP</cp:lastModifiedBy>
  <cp:revision>6</cp:revision>
  <dcterms:created xsi:type="dcterms:W3CDTF">2026-06-27T07:46:58Z</dcterms:created>
  <dcterms:modified xsi:type="dcterms:W3CDTF">2026-07-13T03:11:14Z</dcterms:modified>
</cp:coreProperties>
</file>